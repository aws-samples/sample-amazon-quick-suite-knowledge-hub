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notesMasterIdLst>
    <p:notesMasterId r:id="rId3"/>
  </p:notesMasterIdLst>
  <p:sldIdLst>
    <p:sldId id="26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8"/>
  </p:normalViewPr>
  <p:slideViewPr>
    <p:cSldViewPr snapToGrid="0" snapToObjects="1">
      <p:cViewPr varScale="1">
        <p:scale>
          <a:sx n="118" d="100"/>
          <a:sy n="118" d="100"/>
        </p:scale>
        <p:origin x="16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C9044-CAA7-F34E-864C-312007051C37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BF422-8882-B54A-970B-66719454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29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3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4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6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9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6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2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4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14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11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4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528625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Calibri Light</vt:lpstr>
      <vt:lpstr>Rockwell</vt:lpstr>
      <vt:lpstr>Wingdings</vt:lpstr>
      <vt:lpstr>Atlas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Selvaraj, Leo Mentis Raj</cp:lastModifiedBy>
  <cp:revision>2</cp:revision>
  <dcterms:created xsi:type="dcterms:W3CDTF">2013-01-27T09:14:16Z</dcterms:created>
  <dcterms:modified xsi:type="dcterms:W3CDTF">2025-10-26T16:02:04Z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2025-10-26T16:02:04Z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ec60a687-7e8e-4917-8a41-cb0f0e255665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